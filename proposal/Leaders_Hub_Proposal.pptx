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E A D E R 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הצעת מחיר ושותפות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הפלטפורמה הפנים-ארגונית של Leaders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24248" y="4846320"/>
            <a:ext cx="274320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5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הוכן עבור: 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השותף לפיתוח ולעסקים
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5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הוכן ע"י: 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 Segev — TriRoars
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5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תאריך: 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במאי 2026  •  תוקף ההצעה: 30 ימים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הסיפור הקצר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אנחנו מסדירים כאן ולמה זה לא הצעת מחיר רגילה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0972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109728" cy="14630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לא במצב של "לקוח וספק" — </a:t>
            </a:r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אנחנו שותפים. </a:t>
            </a:r>
            <a:pPr algn="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ההצעה הזו מאחדת חמש מערכות נפרדות לפלטפורמה אחת מודולרית, ומסדירה תשלום על מה שכבר נמסר, מה שעוד צפוי, וכיצד ממשיכים יחד מכאן.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3931920"/>
            <a:ext cx="34747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931920"/>
            <a:ext cx="3474720" cy="10972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1051560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מערכות מאוחדות לאחת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70832" y="3931920"/>
            <a:ext cx="34747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3931920"/>
            <a:ext cx="3474720" cy="10972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4114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4553712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מודולים פעילים בפלטפורמה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3931920"/>
            <a:ext cx="34747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3931920"/>
            <a:ext cx="3474720" cy="10972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41148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8046720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נקודות API חיות בפרודקשן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היום — שישה מודולים פעילים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מודול חי לבד; כולם מחוברים לפלטפורמה אחת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93592" cy="1920240"/>
          </a:xfrm>
          <a:prstGeom prst="rect">
            <a:avLst/>
          </a:prstGeom>
          <a:solidFill>
            <a:srgbClr val="F4F1E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91440" cy="1920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בריף לקוח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לינק → לקוח ממלא → דאטה זורם פנימה. מעקב חי בדאשבורד.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2148840"/>
            <a:ext cx="3593592" cy="1920240"/>
          </a:xfrm>
          <a:prstGeom prst="rect">
            <a:avLst/>
          </a:prstGeom>
          <a:solidFill>
            <a:srgbClr val="F4F1E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2148840"/>
            <a:ext cx="91440" cy="1920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331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26517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פגישת התנעה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9432" y="31546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עריכה משותפת בזמן אמת. Realtime + Presence (כמו Google Docs).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1584" y="2148840"/>
            <a:ext cx="3593592" cy="1920240"/>
          </a:xfrm>
          <a:prstGeom prst="rect">
            <a:avLst/>
          </a:prstGeom>
          <a:solidFill>
            <a:srgbClr val="F4F1E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2148840"/>
            <a:ext cx="91440" cy="1920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2331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75904" y="265176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הצעת מחיר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75904" y="315468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אינטראקטיבית, KPIs, פלט PDF, חתימה דיגיטלית.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3593592" cy="1920240"/>
          </a:xfrm>
          <a:prstGeom prst="rect">
            <a:avLst/>
          </a:prstGeom>
          <a:solidFill>
            <a:srgbClr val="F4F1E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51960"/>
            <a:ext cx="91440" cy="1920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434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 קריאייטיבית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" y="525780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Pipeline שמייצר מצגת מלאה מהבריף. 11 תבניות סמנטיות.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25112" y="4251960"/>
            <a:ext cx="3593592" cy="1920240"/>
          </a:xfrm>
          <a:prstGeom prst="rect">
            <a:avLst/>
          </a:prstGeom>
          <a:solidFill>
            <a:srgbClr val="F4F1E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4251960"/>
            <a:ext cx="91440" cy="1920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4434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99432" y="47548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מצגת סיכום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99432" y="525780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בבנייה — Meta/TikTok/Google Ads → סיכום קמפיין אוטומטי.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01584" y="4251960"/>
            <a:ext cx="3593592" cy="1920240"/>
          </a:xfrm>
          <a:prstGeom prst="rect">
            <a:avLst/>
          </a:prstGeom>
          <a:solidFill>
            <a:srgbClr val="F4F1E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01584" y="4251960"/>
            <a:ext cx="91440" cy="1920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0184" y="4434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75904" y="47548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עומק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75904" y="525780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מבוזר ב-QStash. 3 רמות עומק. דו-לשוני.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מתחת למכסה המנוע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לא תוספים. זה התשתית הקיימת והפעילה.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9496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9A961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(Pro + Flash)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Pipeline מרובה-שלבים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— תמונות בהקשר ישראלי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39496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9A961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ושיתופיות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עריכה משותפת לטפסים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— מי מחובר עכשיו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Log מלא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Activity Ticker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39496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9A961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ייצוא ושיתוף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(Puppeteer)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(PPTX)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לינקים מבוססי-טוקן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חתימה אלקטרונית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4297680"/>
            <a:ext cx="539496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9A961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48463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Whitelist + RBAC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אינטגרציות חיצוניות:  Make.com  •  ClickUp  •  Apify  •  Google Drive  •  Gmail  •  Upstash QStash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אנחנו קוראים לזה "האב"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הפלטפורמה לא נסגרה. היא מוכנה לגדול.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029200" cy="402336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91440" cy="40233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רגילה </a:t>
            </a:r>
            <a:pPr algn="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נסגרת אחרי הבנייה. </a:t>
            </a:r>
            <a:pPr algn="r" indent="0" marL="0">
              <a:spcAft>
                <a:spcPts val="400"/>
              </a:spcAft>
              <a:buNone/>
            </a:pPr>
            <a:endParaRPr lang="en-US" sz="16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פלטפורמה </a:t>
            </a:r>
            <a:endParaRPr lang="en-US" sz="1600" dirty="0"/>
          </a:p>
          <a:p>
            <a:pPr algn="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מוכנה למודולים נוספים.
</a:t>
            </a:r>
            <a:pPr algn="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ההבדל בפועל: </a:t>
            </a:r>
            <a:pPr algn="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כשמתעורר צורך חדש בארגון, לא בונים מערכת נוספת — מוסיפים מודול לקיים. </a:t>
            </a:r>
            <a:pPr algn="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הבסיס המשותף (אוטנטיקציה, DB, AI, Realtime, ייצוא) כבר שם.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52160" y="2103120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2103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Performance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26680" y="2103120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103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קליל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0" y="2103120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0" y="210312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3063240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3063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&amp; Sign-off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3063240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3063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חוזים אוטומטיים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0" y="3063240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46920" y="3063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4023360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402336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Integration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26680" y="4023360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402336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0" y="4023360"/>
            <a:ext cx="1783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402336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2160" y="4983480"/>
            <a:ext cx="5623560" cy="8686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498348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E5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 →  הוספה, לא בנייה מחדש.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מתמחרים את זה?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ההיגיון שמאחורי המספרים — לפני שמגיעים אליהם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0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סוכנות בשוק (ישראל 2026)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ראשונית: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₪220,000 – ₪320,000
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תוספת AI Pipeline: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+10-20%
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תחזוקה שנתית: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15-25% מעלות הבנייה
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משמעות: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יותר מ-₪60K-₪80K לתחזוקה
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זמני אספקה: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חודשים
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5486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2194560"/>
            <a:ext cx="548640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94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הצעת השותפות שלי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שכבר נמסרה: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₪75,000
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פיתוחים שאושרו: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₪35,000
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ריטיינר חודשי: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₪4,500
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שנה ראשונה (סה"כ):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₪164,000
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משנה שנייה: </a:t>
            </a:r>
            <a:pPr algn="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₪54,000 לשנה
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ההפרש לטובתך הוא תוצאה ישירה של השותפות בינינו ושל יכולות עבודה עם Claude Code שמכפילות פרודוקטיביות.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תשלום על העבודה שכבר נמסרה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א מתוך שלושה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0972800" cy="2377440"/>
          </a:xfrm>
          <a:prstGeom prst="rect">
            <a:avLst/>
          </a:prstGeom>
          <a:solidFill>
            <a:srgbClr val="FAF6EE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שנמסרה ופועלת ב-Production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₪75,000</a:t>
            </a:r>
            <a:pPr algn="r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מע"מ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תשלום בשני חלקים: 50% תוך 14 יום מחתימה, 50% תוך 60 יום. אפשרי גם פריסה ל-3 תשלומים.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כלול: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521208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אינטגרציות חיצוניות (Make/ClickUp/Apify)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+ Whitelist + RBAC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הקמת DB + Migrations + RLS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 מלא של הקוד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שש מודולים פעילים על Production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פייפליין AI גנרטיבי מרובה-שלבים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collaborative editing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נקודות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פיתוחים שכבר אושרו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ב מתוך שלושה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0972800" cy="5029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194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היקף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09728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 Summary Presentation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6974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הסיכום + פייפליין משיכה מ-Meta/TikTok/Google + תבנית מצגת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₪14,000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solidFill>
            <a:srgbClr val="EFE9D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3246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— ניקוי וקונסולידציה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2461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הסרת המערכות הישנות + העברת data היסטורי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₪6,000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3794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Reminders + Make.com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3794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חיווט מלא של ה-Cron הקיים, יצירת flows לתזכורות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₪4,500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solidFill>
            <a:srgbClr val="EFE9DA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הקשחת הרשאות + יציאה מ-Dev Mode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4343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Whitelist contacts אמיתי, RLS hardening, פתיחה לצוות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₪3,500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09728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4892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שיפורי UX מהפידבק של הצוות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4892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סבב שני של עיצוב והתאמת זרימות (3-4 שבועות עבודה)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892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₪7,000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0972800" cy="6400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544068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סה"כ פיתוחים שאושרו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5440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₪35,000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פיתוח עתידי שלא ברשימה — הזמנת עבודה נפרדת. תמחור: ₪400/שעה ליום קצר, ₪3,000 ליום מלא — או מחיר קבוע לפי הסכמה.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ריטיינר חודשי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ג מתוך שלושה — תפעול, תחזוקה ושיפור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0972800" cy="1554480"/>
          </a:xfrm>
          <a:prstGeom prst="rect">
            <a:avLst/>
          </a:prstGeom>
          <a:solidFill>
            <a:srgbClr val="FAF6EE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₪4,500</a:t>
            </a:r>
            <a:pPr algn="r"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לחודש  </a:t>
            </a:r>
            <a:pPr algn="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מע"מ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מינימום 3 חודשים. לאחריהם — סיום בהודעה של 30 יום.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5349240" cy="2103120"/>
          </a:xfrm>
          <a:prstGeom prst="rect">
            <a:avLst/>
          </a:prstGeom>
          <a:solidFill>
            <a:srgbClr val="F4F1E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43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כלול בריטיינר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אירוח (Vercel + Supabase Pro): כ-$80/חודש</a:t>
            </a:r>
            <a:endParaRPr lang="en-US" sz="11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תגובה לבאגים: עד 4 שעות בימי עסקים</a:t>
            </a:r>
            <a:endParaRPr lang="en-US" sz="11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10 שעות פיתוח חודשי</a:t>
            </a:r>
            <a:endParaRPr lang="en-US" sz="11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עדכוני אבטחה ותלויות</a:t>
            </a:r>
            <a:endParaRPr lang="en-US" sz="11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יומי + שחזור עד 30 יום</a:t>
            </a:r>
            <a:endParaRPr lang="en-US" sz="11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 חודשי + הנחת שותף 15% על שעות נוספות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4297680"/>
            <a:ext cx="5349240" cy="2103120"/>
          </a:xfrm>
          <a:prstGeom prst="rect">
            <a:avLst/>
          </a:prstGeom>
          <a:solidFill>
            <a:srgbClr val="F9F4E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4343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כלול (תמחור נפרד)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470916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פיתוחים גדולים (מעל 10 שעות בחודש בודד)</a:t>
            </a:r>
            <a:endParaRPr lang="en-US" sz="11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מודולים חדשים (מתוך הרשימה בסעיף 4)</a:t>
            </a:r>
            <a:endParaRPr lang="en-US" sz="1100" dirty="0"/>
          </a:p>
          <a:p>
            <a:pPr algn="r" marL="342900" indent="-342900">
              <a:spcAft>
                <a:spcPts val="300"/>
              </a:spcAft>
              <a:buSzPct val="100000"/>
              <a:buChar char="◆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עלויות API חיצוני מעל $150/חודש (Pass-through)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הסיכום במספרים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9728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9A961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19659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שכבר נמסרה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9659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חד-פעמי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₪75,000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09728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9A96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6060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פיתוחים שאושרו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26060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חד-פעמי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₪35,000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0972800" cy="566928"/>
          </a:xfrm>
          <a:prstGeom prst="rect">
            <a:avLst/>
          </a:prstGeom>
          <a:solidFill>
            <a:srgbClr val="C9A961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24612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סה"כ חד-פעמי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₪110,000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09728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9A961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88620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ריטיינר חודשי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38862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₪4,500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09728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9A961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45262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סה"כ ריטיינר שנתי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0" y="45262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התחייבות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₪54,000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097280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864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שנה ראשונה: </a:t>
            </a:r>
            <a:pPr algn="ctr"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₪164,000</a:t>
            </a:r>
            <a:pPr algn="ctr"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משנה שנייה ואילך: </a:t>
            </a:r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₪54,000 (ריטיינר בלבד)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— למה זה הוגן לשניים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הצד שלך מקבל; ולמה אני יכול להציע את המספרים האלה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49240" cy="384048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91440" cy="3840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אתה מקבל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בשווי שוק של </a:t>
            </a:r>
            <a:pPr algn="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₪220-320K</a:t>
            </a:r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ב-₪110K + ריטיינר.
</a:t>
            </a:r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חיסכון של </a:t>
            </a:r>
            <a:pPr algn="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 שעות עבודה </a:t>
            </a:r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הצעת מחיר / מצגת.
</a:t>
            </a:r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בקצב של 3-4 הצעות בחודש ב-₪250/שעה — חיסכון של </a:t>
            </a:r>
            <a:pPr algn="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₪11K-25K</a:t>
            </a:r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לחודש.
</a:t>
            </a:r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מלא תוך </a:t>
            </a:r>
            <a:pPr algn="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חודשי שימוש פעיל.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194560"/>
            <a:ext cx="5440680" cy="38404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0" y="2194560"/>
            <a:ext cx="91440" cy="3840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31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אני יכול להציע את זה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283464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יחסי השותפות בינינו — לא תמחור סוכנות.
</a:t>
            </a:r>
            <a:pPr algn="r"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עם Claude Code שמכפילה פרודוקטיביות פי 5-7. אני יכול לעבוד יותר ולקחת פחות.
</a:t>
            </a:r>
            <a:pPr algn="r"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הבסיס המודולרי כבר בנוי — כל מודול חדש הוא הרחבה, לא בנייה מאפס. זה מוזיל אותי וגם אותך.
</a:t>
            </a:r>
            <a:pPr algn="r" indent="0" marL="0">
              <a:buNone/>
            </a:pPr>
            <a:r>
              <a:rPr lang="en-US" sz="1400" b="1" dirty="0">
                <a:solidFill>
                  <a:srgbClr val="E5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הריטיינר נותן לי יציבות הכנסה כדי להמשיך לעבוד עליה ברצינות.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הכל נראה לך הוגן 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 נחתום ונתחיל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4724248" y="3291840"/>
            <a:ext cx="274320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56616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המסמך המלא (Word + PDF) מצורף, יחד עם תנאי תשלום מלאים, לוחות זמנים, ופרטי קניין רוחני.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יש בקשות לתיקון — נפיק גרסה מעודכנת ביחד.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2648" y="4937760"/>
            <a:ext cx="54864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2648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 Segev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52648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D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triroars@gmail.com   •   TriRoars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Hub Platform  •  הצעת מחיר ושותפות  •  7 במאי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TriRoars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 Hub Platform — Pricing Proposal</dc:title>
  <dc:subject>PptxGenJS Presentation</dc:subject>
  <dc:creator>Ido Segev / TriRoars</dc:creator>
  <cp:lastModifiedBy>Ido Segev / TriRoars</cp:lastModifiedBy>
  <cp:revision>1</cp:revision>
  <dcterms:created xsi:type="dcterms:W3CDTF">2026-05-07T16:57:37Z</dcterms:created>
  <dcterms:modified xsi:type="dcterms:W3CDTF">2026-05-07T16:57:37Z</dcterms:modified>
</cp:coreProperties>
</file>